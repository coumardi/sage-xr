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7" r:id="rId4"/>
    <p:sldId id="268" r:id="rId5"/>
    <p:sldId id="276" r:id="rId6"/>
    <p:sldId id="277" r:id="rId7"/>
    <p:sldId id="278" r:id="rId8"/>
    <p:sldId id="280" r:id="rId9"/>
    <p:sldId id="266" r:id="rId10"/>
    <p:sldId id="279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2154A-46C7-2AED-A64A-3CA73D56C802}" v="3" dt="2024-10-31T22:35:16.984"/>
    <p1510:client id="{2B07BDF9-2FE8-34A5-2551-84F7863C8A71}" v="403" dt="2024-10-31T23:44:10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D3FFE-5B2F-4EE7-84F0-B92AF876DB21}" type="datetimeFigureOut"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4654-70E7-4AB4-872F-8F25087642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74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view of a track and field lane in the dark">
            <a:extLst>
              <a:ext uri="{FF2B5EF4-FFF2-40B4-BE49-F238E27FC236}">
                <a16:creationId xmlns:a16="http://schemas.microsoft.com/office/drawing/2014/main" id="{FDD0D6AF-752F-0D66-658D-61E371E50D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605" r="-2" b="-2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C000"/>
                </a:solidFill>
              </a:rPr>
              <a:t>SAGE </a:t>
            </a:r>
            <a:br>
              <a:rPr lang="en-US"/>
            </a:br>
            <a:r>
              <a:rPr lang="en-US">
                <a:solidFill>
                  <a:srgbClr val="FFC000"/>
                </a:solidFill>
              </a:rPr>
              <a:t>End Sprint 4 Presentation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FFC000"/>
                </a:solidFill>
              </a:rPr>
              <a:t>Andrew, Blake, Cheick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95D7A-2244-29A4-38CA-3749BEEAF579}"/>
              </a:ext>
            </a:extLst>
          </p:cNvPr>
          <p:cNvSpPr txBox="1"/>
          <p:nvPr/>
        </p:nvSpPr>
        <p:spPr>
          <a:xfrm>
            <a:off x="9855200" y="6106160"/>
            <a:ext cx="1430421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C000"/>
                </a:solidFill>
              </a:rPr>
              <a:t>10/31/2024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8861B-E775-3233-5982-37C0CDD5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806" y="554744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Last Sprint Standup Points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BDBEA-93EC-D3C4-2085-7D15F1152332}"/>
              </a:ext>
            </a:extLst>
          </p:cNvPr>
          <p:cNvSpPr txBox="1"/>
          <p:nvPr/>
        </p:nvSpPr>
        <p:spPr>
          <a:xfrm>
            <a:off x="1062955" y="2730559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u="sng"/>
              <a:t>What have we done</a:t>
            </a:r>
          </a:p>
          <a:p>
            <a:pPr marL="342900" indent="-342900" algn="ctr">
              <a:buAutoNum type="arabicPeriod"/>
            </a:pPr>
            <a:r>
              <a:rPr lang="en-US"/>
              <a:t>Implemented keyword comparison algorithm</a:t>
            </a:r>
          </a:p>
          <a:p>
            <a:pPr marL="342900" indent="-342900" algn="ctr">
              <a:buAutoNum type="arabicPeriod"/>
            </a:pPr>
            <a:r>
              <a:rPr lang="en-US"/>
              <a:t>Document upload screen</a:t>
            </a:r>
          </a:p>
          <a:p>
            <a:pPr marL="342900" indent="-342900" algn="ctr">
              <a:buAutoNum type="arabicPeriod"/>
            </a:pPr>
            <a:r>
              <a:rPr lang="en-US"/>
              <a:t>Refined GUI</a:t>
            </a:r>
          </a:p>
          <a:p>
            <a:pPr marL="342900" indent="-342900" algn="ctr">
              <a:buAutoNum type="arabicPeriod"/>
            </a:pPr>
            <a:r>
              <a:rPr lang="en-US"/>
              <a:t>Memory database (frontend)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DE582-44E3-BE52-822F-067960CCD870}"/>
              </a:ext>
            </a:extLst>
          </p:cNvPr>
          <p:cNvSpPr txBox="1"/>
          <p:nvPr/>
        </p:nvSpPr>
        <p:spPr>
          <a:xfrm>
            <a:off x="4396818" y="2730451"/>
            <a:ext cx="34057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u="sng"/>
              <a:t>What still needs to be done</a:t>
            </a:r>
          </a:p>
          <a:p>
            <a:pPr marL="342900" indent="-342900" algn="ctr">
              <a:buAutoNum type="arabicPeriod"/>
            </a:pPr>
            <a:r>
              <a:rPr lang="en-US"/>
              <a:t>Prompt Engineering (Rollover to next sprint)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4B6A7-73B5-D497-D129-BE3EAC8F6D69}"/>
              </a:ext>
            </a:extLst>
          </p:cNvPr>
          <p:cNvSpPr txBox="1"/>
          <p:nvPr/>
        </p:nvSpPr>
        <p:spPr>
          <a:xfrm>
            <a:off x="8699402" y="2730460"/>
            <a:ext cx="27432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u="sng"/>
              <a:t>Issues so far</a:t>
            </a:r>
          </a:p>
          <a:p>
            <a:pPr marL="342900" indent="-342900" algn="ctr">
              <a:buAutoNum type="arabicPeriod"/>
            </a:pPr>
            <a:r>
              <a:rPr lang="en-US"/>
              <a:t>Time management with midterms</a:t>
            </a:r>
          </a:p>
          <a:p>
            <a:pPr marL="342900" indent="-342900" algn="ctr">
              <a:buAutoNum type="arabicPeriod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384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096A-444A-8489-5A09-D5723C45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Last Sprint burndown Chart</a:t>
            </a:r>
          </a:p>
        </p:txBody>
      </p:sp>
      <p:pic>
        <p:nvPicPr>
          <p:cNvPr id="3" name="Picture 2" descr="A graph with red lines&#10;&#10;Description automatically generated">
            <a:extLst>
              <a:ext uri="{FF2B5EF4-FFF2-40B4-BE49-F238E27FC236}">
                <a16:creationId xmlns:a16="http://schemas.microsoft.com/office/drawing/2014/main" id="{E3490BF8-EEA1-EBC9-092D-C678EE76E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8" y="1540864"/>
            <a:ext cx="98012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1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E92B-2ECD-1937-5D51-05EDAF2B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Last Sprint Backlog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5160147-488D-4FD3-B727-C9E65088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96" y="1567019"/>
            <a:ext cx="110109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5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1867-83D1-A142-2DF8-A9FFC420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Sprint 4 Retrospective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4BFBE8CF-B8E2-EDBE-75B0-E946D6C0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69F720-C4F1-02D8-91AF-95F5C540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What went well:</a:t>
            </a:r>
            <a:r>
              <a:rPr lang="en-US" sz="1800">
                <a:solidFill>
                  <a:schemeClr val="tx2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Aptos"/>
                <a:cs typeface="Arial"/>
              </a:rPr>
              <a:t>Most productive sprint yet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latin typeface="Aptos"/>
                <a:cs typeface="Arial"/>
              </a:rPr>
              <a:t>Team communication is still on point</a:t>
            </a:r>
          </a:p>
          <a:p>
            <a:pPr indent="0">
              <a:buNone/>
            </a:pPr>
            <a:endParaRPr lang="en-US" sz="1800">
              <a:solidFill>
                <a:schemeClr val="tx2"/>
              </a:solidFill>
              <a:ea typeface="+mn-lt"/>
              <a:cs typeface="Arial"/>
            </a:endParaRPr>
          </a:p>
          <a:p>
            <a:pPr>
              <a:buNone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What needs work:</a:t>
            </a:r>
            <a:r>
              <a:rPr lang="en-US" sz="1800">
                <a:solidFill>
                  <a:schemeClr val="tx2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</a:rPr>
              <a:t>Time management with midterms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</a:rPr>
              <a:t>One task rollover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88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FC38-4A87-5E33-61E2-619C66E5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22"/>
            <a:ext cx="10515600" cy="1325563"/>
          </a:xfrm>
        </p:spPr>
        <p:txBody>
          <a:bodyPr/>
          <a:lstStyle/>
          <a:p>
            <a:pPr algn="ctr"/>
            <a:r>
              <a:rPr lang="en-US"/>
              <a:t>Product Backlog</a:t>
            </a:r>
          </a:p>
        </p:txBody>
      </p:sp>
      <p:pic>
        <p:nvPicPr>
          <p:cNvPr id="5" name="Picture 4" descr="A screenshot of a chat&#10;&#10;Description automatically generated">
            <a:extLst>
              <a:ext uri="{FF2B5EF4-FFF2-40B4-BE49-F238E27FC236}">
                <a16:creationId xmlns:a16="http://schemas.microsoft.com/office/drawing/2014/main" id="{05FC12E9-B2C8-7905-94A6-7764F4BA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56442"/>
            <a:ext cx="8991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9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93B9-2151-FF6E-F86E-9DCC1A26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3"/>
            <a:ext cx="10515600" cy="1325563"/>
          </a:xfrm>
        </p:spPr>
        <p:txBody>
          <a:bodyPr/>
          <a:lstStyle/>
          <a:p>
            <a:pPr algn="ctr"/>
            <a:r>
              <a:rPr lang="en-US"/>
              <a:t>Story point estimate Sprint 5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6977848-ADE3-0279-0440-C19D1E08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2001811"/>
            <a:ext cx="909637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7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C37B-F6A3-5DA1-3AE2-100EC951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3"/>
            <a:ext cx="10515600" cy="1325563"/>
          </a:xfrm>
        </p:spPr>
        <p:txBody>
          <a:bodyPr/>
          <a:lstStyle/>
          <a:p>
            <a:pPr algn="ctr"/>
            <a:r>
              <a:rPr lang="en-US"/>
              <a:t>Velocity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F3DD4-9696-78C0-26A9-904475FE2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21" y="1338263"/>
            <a:ext cx="106108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2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hart&#10;&#10;Description automatically generated">
            <a:extLst>
              <a:ext uri="{FF2B5EF4-FFF2-40B4-BE49-F238E27FC236}">
                <a16:creationId xmlns:a16="http://schemas.microsoft.com/office/drawing/2014/main" id="{AC86E1D0-AA27-F034-BF95-7D316FD6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930" y="393492"/>
            <a:ext cx="7316141" cy="606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6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55E7-5186-A737-A0EF-81186F99E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346" y="364"/>
            <a:ext cx="3117274" cy="1048472"/>
          </a:xfrm>
        </p:spPr>
        <p:txBody>
          <a:bodyPr/>
          <a:lstStyle/>
          <a:p>
            <a:r>
              <a:rPr lang="en-US"/>
              <a:t>Updated GUI</a:t>
            </a: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C5592D7-9D0A-80A9-4841-3725AD97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8" y="830648"/>
            <a:ext cx="4236893" cy="602672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D4CD9EA-1980-D221-0FA1-99DC2C172816}"/>
              </a:ext>
            </a:extLst>
          </p:cNvPr>
          <p:cNvSpPr/>
          <p:nvPr/>
        </p:nvSpPr>
        <p:spPr>
          <a:xfrm>
            <a:off x="5607229" y="318961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hat&#10;&#10;Description automatically generated">
            <a:extLst>
              <a:ext uri="{FF2B5EF4-FFF2-40B4-BE49-F238E27FC236}">
                <a16:creationId xmlns:a16="http://schemas.microsoft.com/office/drawing/2014/main" id="{3A50B409-9CAC-31CE-5298-FEB7ADE44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265" y="1225524"/>
            <a:ext cx="44577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4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D black question marks with one yellow question mark">
            <a:extLst>
              <a:ext uri="{FF2B5EF4-FFF2-40B4-BE49-F238E27FC236}">
                <a16:creationId xmlns:a16="http://schemas.microsoft.com/office/drawing/2014/main" id="{6347853F-4ED2-C99D-A36F-17DB77E7CD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9895" r="5171" b="-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9BC41-9B0E-B733-A968-B23C6F75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2399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SAGE  End Sprint 4 Presentation </vt:lpstr>
      <vt:lpstr>Last Sprint Standup Points</vt:lpstr>
      <vt:lpstr>Last Sprint burndown Chart</vt:lpstr>
      <vt:lpstr>Last Sprint Backlog</vt:lpstr>
      <vt:lpstr>Sprint 4 Retrospective</vt:lpstr>
      <vt:lpstr>Product Backlog</vt:lpstr>
      <vt:lpstr>Story point estimate Sprint 5</vt:lpstr>
      <vt:lpstr>Velocity Chart</vt:lpstr>
      <vt:lpstr>PowerPoint Presentation</vt:lpstr>
      <vt:lpstr>Updated GUI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</cp:revision>
  <dcterms:created xsi:type="dcterms:W3CDTF">2024-09-11T22:32:06Z</dcterms:created>
  <dcterms:modified xsi:type="dcterms:W3CDTF">2024-11-01T04:37:11Z</dcterms:modified>
</cp:coreProperties>
</file>